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Project Kickoff – To-Do List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Team: Elvis and Ebun</a:t>
            </a:r>
          </a:p>
          <a:p>
            <a:r>
              <a:t>Date: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👨‍💻 Elvis – Lead Developer / Project Coordinator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🎨 Ebun – UI Designer / Documentation 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🎯 Build a simple Python To-Do List App that allows users to add, view, delete, and save tasks locally.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💡 Upgrade it later to a GUI (visual interface) using Tkinter for a better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🐍 Python 3.10+ – Main programming language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🧠 VS Code – Code editor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🌐 Git / GitHub – Version control &amp; collaboration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📋 Trello / Notion – Task tracking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🖼️ Canva / PowerPoint – Presentations &amp; documentation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🧩 Tkinter / Figma – GUI design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📅 Phase 1 (Nov 4): Setup – Install tools, plan features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📅 Phase 2 (Nov 7): Core Code – Build text-based app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📅 Phase 3 (Nov 9): Testing – Debug and refine features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📅 Phase 4 (Nov 11): UI Design – Layout in Figma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📅 Phase 5 (Nov 15): GUI Build – Tkinter interface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📅 Phase 6 (Nov 17): Documentation – Review and finalize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🏁 Final Submission: Nov 18,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Work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🧑‍💻 Elvis: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Project lead &amp; main Python developer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Core logic, file handling, and GUI coding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Repository setup (GitHub)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👩‍💻 Ebun: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UI/UX design (Tkinter or Figma)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Documentation and slide design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• Presentation and visual branding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Key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📘 Working Python Script (todo_app.py)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📂 Task storage file (tasks.txt)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💻 GUI version (todo_gui.py)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📝 User Guide / PDF Manual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🎤 Kickoff &amp; Final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⏰ Time constraints – Stick to timeline, split daily goals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🔀 Merge conflicts – Use GitHub branches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🎨 Design mismatch – Review Figma before GUI coding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💾 File loss – Use GitHub backups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Install Python and VS Code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Create GitHub repo and invite Ebun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Elvis builds first working version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✅ Ebun starts UI mockup in Figma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🗓️ Meet on Nov 4 for progress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